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103120"/>
            <a:ext cx="10515600" cy="1463040"/>
          </a:xfrm>
        </p:spPr>
        <p:txBody>
          <a:bodyPr/>
          <a:lstStyle>
            <a:lvl1pPr algn="l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109728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59536" y="1874519"/>
            <a:ext cx="502920" cy="54864"/>
          </a:xfrm>
          <a:prstGeom prst="rect">
            <a:avLst/>
          </a:prstGeom>
          <a:solidFill>
            <a:srgbClr val="455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66928"/>
            <a:ext cx="10881360" cy="777240"/>
          </a:xfrm>
        </p:spPr>
        <p:txBody>
          <a:bodyPr/>
          <a:lstStyle>
            <a:lvl1pPr algn="l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81360" y="6263640"/>
            <a:ext cx="6400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76656" y="411480"/>
            <a:ext cx="502920" cy="54864"/>
          </a:xfrm>
          <a:prstGeom prst="rect">
            <a:avLst/>
          </a:prstGeom>
          <a:solidFill>
            <a:srgbClr val="455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